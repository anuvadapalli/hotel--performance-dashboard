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DA02CF-16DA-4E96-9CBF-D92DB202B8C6}" v="25" dt="2026-03-20T19:54:50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102" d="100"/>
          <a:sy n="102" d="100"/>
        </p:scale>
        <p:origin x="91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 Vadapalli" userId="3bfc5455c3c02753" providerId="LiveId" clId="{6EFBD1D3-063B-43A0-BC0B-F905B24379EB}"/>
    <pc:docChg chg="modSld modMainMaster modShowInfo">
      <pc:chgData name="Anu Vadapalli" userId="3bfc5455c3c02753" providerId="LiveId" clId="{6EFBD1D3-063B-43A0-BC0B-F905B24379EB}" dt="2026-03-20T19:47:11.061" v="15" actId="2744"/>
      <pc:docMkLst>
        <pc:docMk/>
      </pc:docMkLst>
      <pc:sldChg chg="modTransition">
        <pc:chgData name="Anu Vadapalli" userId="3bfc5455c3c02753" providerId="LiveId" clId="{6EFBD1D3-063B-43A0-BC0B-F905B24379EB}" dt="2026-03-20T19:46:24.487" v="14"/>
        <pc:sldMkLst>
          <pc:docMk/>
          <pc:sldMk cId="3211859542" sldId="256"/>
        </pc:sldMkLst>
      </pc:sldChg>
      <pc:sldChg chg="modTransition">
        <pc:chgData name="Anu Vadapalli" userId="3bfc5455c3c02753" providerId="LiveId" clId="{6EFBD1D3-063B-43A0-BC0B-F905B24379EB}" dt="2026-03-20T19:46:24.487" v="14"/>
        <pc:sldMkLst>
          <pc:docMk/>
          <pc:sldMk cId="3294352639" sldId="257"/>
        </pc:sldMkLst>
      </pc:sldChg>
      <pc:sldChg chg="modTransition">
        <pc:chgData name="Anu Vadapalli" userId="3bfc5455c3c02753" providerId="LiveId" clId="{6EFBD1D3-063B-43A0-BC0B-F905B24379EB}" dt="2026-03-20T19:46:24.487" v="14"/>
        <pc:sldMkLst>
          <pc:docMk/>
          <pc:sldMk cId="144703681" sldId="258"/>
        </pc:sldMkLst>
      </pc:sldChg>
      <pc:sldChg chg="modTransition">
        <pc:chgData name="Anu Vadapalli" userId="3bfc5455c3c02753" providerId="LiveId" clId="{6EFBD1D3-063B-43A0-BC0B-F905B24379EB}" dt="2026-03-20T19:46:24.487" v="14"/>
        <pc:sldMkLst>
          <pc:docMk/>
          <pc:sldMk cId="3528614969" sldId="259"/>
        </pc:sldMkLst>
      </pc:sldChg>
      <pc:sldChg chg="modTransition">
        <pc:chgData name="Anu Vadapalli" userId="3bfc5455c3c02753" providerId="LiveId" clId="{6EFBD1D3-063B-43A0-BC0B-F905B24379EB}" dt="2026-03-20T19:46:24.487" v="14"/>
        <pc:sldMkLst>
          <pc:docMk/>
          <pc:sldMk cId="554420246" sldId="260"/>
        </pc:sldMkLst>
      </pc:sldChg>
      <pc:sldMasterChg chg="modTransition modSldLayout">
        <pc:chgData name="Anu Vadapalli" userId="3bfc5455c3c02753" providerId="LiveId" clId="{6EFBD1D3-063B-43A0-BC0B-F905B24379EB}" dt="2026-03-20T19:46:24.487" v="14"/>
        <pc:sldMasterMkLst>
          <pc:docMk/>
          <pc:sldMasterMk cId="2768849038" sldId="2147483648"/>
        </pc:sldMasterMkLst>
        <pc:sldLayoutChg chg="modTransition">
          <pc:chgData name="Anu Vadapalli" userId="3bfc5455c3c02753" providerId="LiveId" clId="{6EFBD1D3-063B-43A0-BC0B-F905B24379EB}" dt="2026-03-20T19:46:24.487" v="14"/>
          <pc:sldLayoutMkLst>
            <pc:docMk/>
            <pc:sldMasterMk cId="2768849038" sldId="2147483648"/>
            <pc:sldLayoutMk cId="1151746138" sldId="2147483649"/>
          </pc:sldLayoutMkLst>
        </pc:sldLayoutChg>
        <pc:sldLayoutChg chg="modTransition">
          <pc:chgData name="Anu Vadapalli" userId="3bfc5455c3c02753" providerId="LiveId" clId="{6EFBD1D3-063B-43A0-BC0B-F905B24379EB}" dt="2026-03-20T19:46:24.487" v="14"/>
          <pc:sldLayoutMkLst>
            <pc:docMk/>
            <pc:sldMasterMk cId="2768849038" sldId="2147483648"/>
            <pc:sldLayoutMk cId="4219327049" sldId="2147483650"/>
          </pc:sldLayoutMkLst>
        </pc:sldLayoutChg>
        <pc:sldLayoutChg chg="modTransition">
          <pc:chgData name="Anu Vadapalli" userId="3bfc5455c3c02753" providerId="LiveId" clId="{6EFBD1D3-063B-43A0-BC0B-F905B24379EB}" dt="2026-03-20T19:46:24.487" v="14"/>
          <pc:sldLayoutMkLst>
            <pc:docMk/>
            <pc:sldMasterMk cId="2768849038" sldId="2147483648"/>
            <pc:sldLayoutMk cId="3332993733" sldId="2147483651"/>
          </pc:sldLayoutMkLst>
        </pc:sldLayoutChg>
        <pc:sldLayoutChg chg="modTransition">
          <pc:chgData name="Anu Vadapalli" userId="3bfc5455c3c02753" providerId="LiveId" clId="{6EFBD1D3-063B-43A0-BC0B-F905B24379EB}" dt="2026-03-20T19:46:24.487" v="14"/>
          <pc:sldLayoutMkLst>
            <pc:docMk/>
            <pc:sldMasterMk cId="2768849038" sldId="2147483648"/>
            <pc:sldLayoutMk cId="999621691" sldId="2147483652"/>
          </pc:sldLayoutMkLst>
        </pc:sldLayoutChg>
        <pc:sldLayoutChg chg="modTransition">
          <pc:chgData name="Anu Vadapalli" userId="3bfc5455c3c02753" providerId="LiveId" clId="{6EFBD1D3-063B-43A0-BC0B-F905B24379EB}" dt="2026-03-20T19:46:24.487" v="14"/>
          <pc:sldLayoutMkLst>
            <pc:docMk/>
            <pc:sldMasterMk cId="2768849038" sldId="2147483648"/>
            <pc:sldLayoutMk cId="1337476017" sldId="2147483653"/>
          </pc:sldLayoutMkLst>
        </pc:sldLayoutChg>
        <pc:sldLayoutChg chg="modTransition">
          <pc:chgData name="Anu Vadapalli" userId="3bfc5455c3c02753" providerId="LiveId" clId="{6EFBD1D3-063B-43A0-BC0B-F905B24379EB}" dt="2026-03-20T19:46:24.487" v="14"/>
          <pc:sldLayoutMkLst>
            <pc:docMk/>
            <pc:sldMasterMk cId="2768849038" sldId="2147483648"/>
            <pc:sldLayoutMk cId="1307546782" sldId="2147483654"/>
          </pc:sldLayoutMkLst>
        </pc:sldLayoutChg>
        <pc:sldLayoutChg chg="modTransition">
          <pc:chgData name="Anu Vadapalli" userId="3bfc5455c3c02753" providerId="LiveId" clId="{6EFBD1D3-063B-43A0-BC0B-F905B24379EB}" dt="2026-03-20T19:46:24.487" v="14"/>
          <pc:sldLayoutMkLst>
            <pc:docMk/>
            <pc:sldMasterMk cId="2768849038" sldId="2147483648"/>
            <pc:sldLayoutMk cId="2799842099" sldId="2147483655"/>
          </pc:sldLayoutMkLst>
        </pc:sldLayoutChg>
        <pc:sldLayoutChg chg="modTransition">
          <pc:chgData name="Anu Vadapalli" userId="3bfc5455c3c02753" providerId="LiveId" clId="{6EFBD1D3-063B-43A0-BC0B-F905B24379EB}" dt="2026-03-20T19:46:24.487" v="14"/>
          <pc:sldLayoutMkLst>
            <pc:docMk/>
            <pc:sldMasterMk cId="2768849038" sldId="2147483648"/>
            <pc:sldLayoutMk cId="3676740826" sldId="2147483656"/>
          </pc:sldLayoutMkLst>
        </pc:sldLayoutChg>
        <pc:sldLayoutChg chg="modTransition">
          <pc:chgData name="Anu Vadapalli" userId="3bfc5455c3c02753" providerId="LiveId" clId="{6EFBD1D3-063B-43A0-BC0B-F905B24379EB}" dt="2026-03-20T19:46:24.487" v="14"/>
          <pc:sldLayoutMkLst>
            <pc:docMk/>
            <pc:sldMasterMk cId="2768849038" sldId="2147483648"/>
            <pc:sldLayoutMk cId="4116017357" sldId="2147483657"/>
          </pc:sldLayoutMkLst>
        </pc:sldLayoutChg>
        <pc:sldLayoutChg chg="modTransition">
          <pc:chgData name="Anu Vadapalli" userId="3bfc5455c3c02753" providerId="LiveId" clId="{6EFBD1D3-063B-43A0-BC0B-F905B24379EB}" dt="2026-03-20T19:46:24.487" v="14"/>
          <pc:sldLayoutMkLst>
            <pc:docMk/>
            <pc:sldMasterMk cId="2768849038" sldId="2147483648"/>
            <pc:sldLayoutMk cId="401388330" sldId="2147483658"/>
          </pc:sldLayoutMkLst>
        </pc:sldLayoutChg>
        <pc:sldLayoutChg chg="modTransition">
          <pc:chgData name="Anu Vadapalli" userId="3bfc5455c3c02753" providerId="LiveId" clId="{6EFBD1D3-063B-43A0-BC0B-F905B24379EB}" dt="2026-03-20T19:46:24.487" v="14"/>
          <pc:sldLayoutMkLst>
            <pc:docMk/>
            <pc:sldMasterMk cId="2768849038" sldId="2147483648"/>
            <pc:sldLayoutMk cId="2337161795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00" advTm="5000"/>
    </mc:Choice>
    <mc:Fallback>
      <p:transition spd="slow" advTm="5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00" advTm="5000"/>
    </mc:Choice>
    <mc:Fallback>
      <p:transition spd="slow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00" advTm="5000"/>
    </mc:Choice>
    <mc:Fallback>
      <p:transition spd="slow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00" advTm="5000"/>
    </mc:Choice>
    <mc:Fallback>
      <p:transition spd="slow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00" advTm="5000"/>
    </mc:Choice>
    <mc:Fallback>
      <p:transition spd="slow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00" advTm="5000"/>
    </mc:Choice>
    <mc:Fallback>
      <p:transition spd="slow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00" advTm="5000"/>
    </mc:Choice>
    <mc:Fallback>
      <p:transition spd="slow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00" advTm="5000"/>
    </mc:Choice>
    <mc:Fallback>
      <p:transition spd="slow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00" advTm="5000"/>
    </mc:Choice>
    <mc:Fallback>
      <p:transition spd="slow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00" advTm="5000"/>
    </mc:Choice>
    <mc:Fallback>
      <p:transition spd="slow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00" advTm="5000"/>
    </mc:Choice>
    <mc:Fallback>
      <p:transition spd="slow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300000" advTm="5000"/>
    </mc:Choice>
    <mc:Fallback>
      <p:transition spd="slow" advTm="5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5919661"/>
                  </p:ext>
                </p:extLst>
              </p:nvPr>
            </p:nvGraphicFramePr>
            <p:xfrm>
              <a:off x="721012" y="991911"/>
              <a:ext cx="10749976" cy="551469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991911"/>
                <a:ext cx="10749976" cy="55146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00" advClick="0" advTm="5000"/>
    </mc:Choice>
    <mc:Fallback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3F5C3-0398-A953-BADE-FE77E3D0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A" sz="3000" b="1" dirty="0">
                <a:latin typeface="+mn-lt"/>
              </a:rPr>
              <a:t>Hospitality Performance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4810E-74CE-2F8E-BF9D-907FD334C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33303"/>
          </a:xfrm>
        </p:spPr>
        <p:txBody>
          <a:bodyPr/>
          <a:lstStyle/>
          <a:p>
            <a:pPr marL="0" indent="0">
              <a:buNone/>
            </a:pPr>
            <a:r>
              <a:rPr lang="en-CA" sz="2400" dirty="0"/>
              <a:t>The Hospitality industry generates large volumes of booking and revenue data. However, without proper analysis, it is difficult to track performance and identify key trends.</a:t>
            </a:r>
          </a:p>
          <a:p>
            <a:pPr marL="0" indent="0">
              <a:buNone/>
            </a:pPr>
            <a:r>
              <a:rPr lang="en-US" sz="2400" b="1" dirty="0"/>
              <a:t> Objective</a:t>
            </a:r>
            <a:endParaRPr lang="en-US" sz="2400" dirty="0"/>
          </a:p>
          <a:p>
            <a:r>
              <a:rPr lang="en-US" sz="2400" dirty="0"/>
              <a:t>Analyze hotel performance.</a:t>
            </a:r>
          </a:p>
          <a:p>
            <a:r>
              <a:rPr lang="en-US" sz="2400" dirty="0"/>
              <a:t>Track revenue and occupancy trends.</a:t>
            </a:r>
          </a:p>
          <a:p>
            <a:r>
              <a:rPr lang="en-US" sz="2400" dirty="0"/>
              <a:t>Identify top-performing cities and properties.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94352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00" advTm="5000"/>
    </mc:Choice>
    <mc:Fallback>
      <p:transition spd="slow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57122-9E20-F257-A320-812F34B3C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24AC0-88BE-9527-C89C-730416689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668737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Dashboard Overview</a:t>
            </a:r>
          </a:p>
          <a:p>
            <a:r>
              <a:rPr lang="en-CA" sz="2400" dirty="0"/>
              <a:t>Revenue trends – Revenue analysis by city</a:t>
            </a:r>
          </a:p>
          <a:p>
            <a:r>
              <a:rPr lang="en-CA" sz="2400" dirty="0"/>
              <a:t>Booking Patterns – Booking trends over time</a:t>
            </a:r>
          </a:p>
          <a:p>
            <a:r>
              <a:rPr lang="en-CA" sz="2400" dirty="0"/>
              <a:t>KPI tracking(ADR, RevPAR, Occupancy)</a:t>
            </a:r>
          </a:p>
          <a:p>
            <a:r>
              <a:rPr lang="en-CA" sz="2400" dirty="0"/>
              <a:t>Filter for dynamic analysis.</a:t>
            </a:r>
          </a:p>
          <a:p>
            <a:pPr marL="0" indent="0">
              <a:buNone/>
            </a:pP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144703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00" advTm="5000"/>
    </mc:Choice>
    <mc:Fallback>
      <p:transition spd="slow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DF4A0-691B-B276-3032-528741689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80558"/>
          </a:xfrm>
        </p:spPr>
        <p:txBody>
          <a:bodyPr>
            <a:normAutofit/>
          </a:bodyPr>
          <a:lstStyle/>
          <a:p>
            <a:r>
              <a:rPr lang="en-CA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&amp; skills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D0A4F7-A5F0-8931-D315-F734A6B63C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04845"/>
            <a:ext cx="9144000" cy="3152955"/>
          </a:xfrm>
        </p:spPr>
        <p:txBody>
          <a:bodyPr>
            <a:normAutofit/>
          </a:bodyPr>
          <a:lstStyle/>
          <a:p>
            <a:pPr algn="l"/>
            <a:r>
              <a:rPr lang="en-CA" b="1" dirty="0"/>
              <a:t>Tools Used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700" dirty="0"/>
              <a:t>Power BI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700" dirty="0"/>
              <a:t>DAX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700" dirty="0"/>
              <a:t>Data modelling.</a:t>
            </a:r>
          </a:p>
          <a:p>
            <a:pPr algn="l"/>
            <a:r>
              <a:rPr lang="en-CA" b="1" dirty="0"/>
              <a:t>Skills Applied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/>
              <a:t>Data Visualization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/>
              <a:t>KPI Analysis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CA" sz="1600" dirty="0"/>
              <a:t>Business Insights Generation</a:t>
            </a:r>
          </a:p>
        </p:txBody>
      </p:sp>
    </p:spTree>
    <p:extLst>
      <p:ext uri="{BB962C8B-B14F-4D97-AF65-F5344CB8AC3E}">
        <p14:creationId xmlns:p14="http://schemas.microsoft.com/office/powerpoint/2010/main" val="3528614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00" advTm="5000"/>
    </mc:Choice>
    <mc:Fallback>
      <p:transition spd="slow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49EE5-BD2C-85DD-CE6C-CC16EE4B7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28799"/>
          </a:xfrm>
        </p:spPr>
        <p:txBody>
          <a:bodyPr>
            <a:normAutofit/>
          </a:bodyPr>
          <a:lstStyle/>
          <a:p>
            <a:r>
              <a:rPr lang="en-CA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85404-3254-BBAB-A77E-C25FC263F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99736"/>
            <a:ext cx="9144000" cy="3058064"/>
          </a:xfrm>
        </p:spPr>
        <p:txBody>
          <a:bodyPr/>
          <a:lstStyle/>
          <a:p>
            <a:pPr algn="l"/>
            <a:r>
              <a:rPr lang="en-CA" dirty="0"/>
              <a:t>This dashboard helps stakeholders: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800" dirty="0"/>
              <a:t>Monitor hotel performance.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800" dirty="0"/>
              <a:t>Make Data-Driven Decisions.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sz="1800" dirty="0"/>
              <a:t>Identify Growth Opportunities</a:t>
            </a:r>
            <a:r>
              <a:rPr lang="en-C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4420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00" advTm="5000"/>
    </mc:Choice>
    <mc:Fallback>
      <p:transition spd="slow" advTm="5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e1d2d03f-ab69-4cff-8a75-e7189fb67f01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1bbW/bNhD+K4aAoV+MgaQoSuq3xOmAYWsXJFuDYSiMI3lK1MiSIclpvcD/fUdJadPYjtMmtpV2+WKJpMjnXnT38KhcezatphnM38AEvZfeYVFcTqC8HHBv6OVtG7MqDBUPpQ2kz2XCtZ9QbzGt0yKvvJfXXg3lOdZv02oGmZuIGv/xtPJZxLRE5ExIrUOmtfdu6EGWHcO5G5NAVuHQm2JZFTlk6b/YTkFddTnDxdDDj9OsKMEtdFpDjW6xKxpO9wSM/+wTDjB1eoWnaOq2NU4k+hCxWFomAi4NaDesagc0eFcOofYkzWqa3V3q+auP05LkuL5RAxrlW8ViZBhxzXylfEXz1vOp6x0RuvOiTA1k1NhO5OZ5e4NWDL1fymLSzNgp29LIV3md1nN3k07G1ok49P5spmQLUtbZBZbYPDMqcpu2ItIERe1+HESsqq7x1/zLtqp7LptN8uXRp8WsNHiCyeebBtKC1H5cFmSUBtYHxMtBXlAzoXkL2awxLs37e0oSkrBORtdMY1+cDXzxwg19t3B/71oL3lr0QWCWVbIW09C7KD6MSqRB1nvJmxWvGh8iddWQ5p01yRUZk0wzTk4omOFKqvUG70x6YK8gN+is9FgpLooaya3vyDHtLsepXZKFLYbXq31ry1gab983GuMG3AdirW1eI1SzEh8K4Tecj7tHlkCc4BXms/uVsSMcxwcne4fxhzGzKa0yH/y0dywHR/vXx9HpyZv9gzjsA4i/egDiBIlBVA1V6IGDjtwKWdYXOAdEmohzDU4IUH5ercDjMmdFfVnHwRqm1Vy1bIQ4ns7w1UdH/PR74lIuadIzRWmxPJw3efMoLW9YGB/ewfzEmYHwUjvRMTCx4j7jEkCJIAjijWl9j/lro5KrLDXEG2/r2JsgkWt3QVQIGkG6XJ1i21/YphsbOVcTsyN6whYfckfObpTX8mYC/f4WM/7E8J5cF44SDr0gkGQ0DGlDISIm45iI2Y4tVhbFZAmkaxybDKpvejeet9k2K6S13coN3W5tt2o38JqY/sX4b4SyT6Y7hCo1t+22JlCKxwfKjUpxW7end5uNy7Zek/ioE4gNZygNjw2ghm/feu2E3m90GgOl7boelg6XrLwVOVpHS5IwRi3pFfVliKh82u/2SeGDs+JsYC4gJz6yihk9MRPZgervStTaAUEbETCBTLMgQiGMsT0Il+uKJ32KlbsJVrdKWy034ZqDCJmwPAoDQdxEbY5UO2GT7Rr7r4jcXwLY6D+2yGf16ALKugfv7peyrE2RoxvdPykl/mzQLklaYBJDw5gVCEoGcfiI+uQuak/PLke2YrTxhceWKy1I5yrgDEJkTPZF3VMov68MuUKgzgo6MSEgM+jHYJkAC9gLK6yp7D0vl++E6Aol2lqhkAUmCGVoTKT8/qh6x+6+VJrasjitBUyoQiOkQSaFZUQHpenHNuiROb1XPn83p7tuqW2SWCGUiZllSksuwp4p/vsJ92tl6l4CFcg4JN9nAZMRAlPh5urf/s6TnpfztzJ0e0/NFSgmLYuVVrGMyff7oujvyN1XSNPqX3FhfeZTwNE+gJRB+IAydx9OyZ6Xy9+VplW+plgvWQSR5CywsUUI+hHxf7ACmAxEZOMgMCJmHBlow/hGO2y/AGZhPmgW23c15f/vOnr5XcejQ+TK19PNEyoW8SRhQPw/UiA0sF0eoCVg6rEuistPnwDckrprH08zqJOinPTeDH1wzI2ukKU5ntZgLtG2thoVE130pQS6nD6fvgj6tU7X1kMVj6OAcyEFUagADW0adl2KX5U6JpPJYH5/GX6fBzg/ZPrqQ8p4ZA3FRYmviQlP8HHVvd7ttLf95T778bYOX+5/hbdzjNiEr1Xno8WsrqZg8BhyXHFOSr4JuUXbXa87K23+ZeLTSeli8R/ocpHlwDEAAA==&quot;"/>
    <we:property name="creatorSessionId" value="&quot;ab20cd78-3bc8-443a-beb0-d4e3322c52ec&quot;"/>
    <we:property name="creatorTenantId" value="&quot;c6e549b3-5f45-4032-aae9-d4244dc5b2c4&quot;"/>
    <we:property name="creatorUserId" value="&quot;1003200432A09CAB&quot;"/>
    <we:property name="datasetId" value="&quot;325eb0e4-aad3-4f38-adff-cc67fef86208&quot;"/>
    <we:property name="embedUrl" value="&quot;/reportEmbed?reportId=eac2fa9c-2d18-4169-95a0-adf85d60c7c6&amp;groupId=1c073a91-c7a5-4a6a-bebe-ddf3881d4f5f&amp;w=2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initialStateBookmark" value="&quot;H4sIAAAAAAAAA+1bbW/bNhD+K4aAoV+MgaQoysq3vA0YurSBszUYhsI4kqdEjSwZkpzWC/zfd5SUNo3tOG1iW2mXL5FIinzuRXcPj/KNZ5NyksLsDYzR2/MO8vxqDMVVj3t9L2vb3r59fbI/fD16s39yTM35pEryrPT2brwKigus3iXlFFI3AzX+877vQZqewoW7iyEtse9NsCjzDNLkX2wGU1dVTHHe9/DTJM0LcFOeVVChm/aahtM9rc1/9WlFMFVyjWdoqqY1iiX6MGCRtEwEXBrQbljZDKiRLR1C7XGSVjS7u9Sz40+TghDf3EqKRvlWsQgZDrhmvlK+onmr2cT1HhK6i7xIDKTU2Ezk5nl3i1b0vd+KfFzP2OrT0sjjrEqqmbtJxiPrROx7f9ZTsjkp6/wSC6yfOcwzmzQi0gR55f45iFiWbePv2ddtZftcOh1ni6PP8mlhcIjxl5sa0pzUflrkZJQa1kfEq16WUzOheQfptDYjzftHQhKSsE5G10xjX533fPHKDX0/d3/vGwveWfRRYBZVshJT37vMPx4WSIOst8frFa9rHyJ1VZBkrTWVzxiTTDPOtBbMcCXVaoO3Jt2315AZdFZ6qhSXeYXk1vfkmLSXo8QuyMLm/ZvlvrVhLLW37xqNcQMeArHSNicI5bTAx0J4jbNR+8gCiCFeYzZ9WBlbwnG6P9w5jLfGTCe0yqz3y86x7B/tXh9HZ8M3uwdx0AUQf3UAxBCJQZQ1VeiAgx66FdK0K3D2iTQR5+oNCVB2US7B4zJnSX1py8FqplVfNWyE2JxO8fiTo3j6A3EplzTpmbywWBzM6rx5lBS3LIz372F+5sxAeKmd6BiYSHGfcQmgRBAE0dq0vsP8tVbJZZoY4o13deyNkWi0uyAqBLUgba5OsOnPbd2NtZzLidkRPWHzj5kjZ7fKa3gzgf5whxl/ZnjPrgtHCfteEEgyGoZhqMSAySgiYrZlixV5Pl4A6RpHJoXyu96Nl2229QppbKeJRQ+YloicCal1SFx6y7Zbths4IaZ/OfoboeiS6Q6gTMxdu60IlOLpgXKtUtzW7fndZu2yjdfEPuoYIsMZSsMjA6jh+7deW6H3a53GQGHbrselwwUrb0SOxtHiOIxQS3pFfRkiKp/2u11SeO88P++ZS8iIjyxjRs/MRLag+vsSNXZA0EYETCDTLBigEMbYDoTLVcWTLsXK7QSrO6WthptwzUGETFg+CANB3EStj1RbYZPNGruviDxcAljrPzbPptXhJRRVB97dr2VZmSIPb3X/rJT4i0HbJGmBSQwNY1YgKBlE4RPqk9uoPb24HNmI0cQXHlmutCCdq4AzCJEx2RV1T6D4sTLkEoFaK+jYhIDMoB+BZQIsYCessKKy97JcvhWiLZRoa4VCFpgglKExA+V3R9VbdveF0tSGxWksYEIVGiENMiksIzooTTe2QU/M6Z3y+fs53XVLbePYCqFMxCxTWnIRdkzxP064XylT+xKoQEYh+T4LmBwgMBWur/7t7jzpZTl/I0O799RcgWLSskhpFcmIfL8riv6B3H2JNI3+FRfWZz4FHO0DSBmEjyhzd+GU7GW5/H1pGuVrivWSDWAgOQtsZBGCbkT8n6wAJgMxsFEQGBExjgy0YXytHTZfALMw69WL7bqa8v93HZ38ruPJIXLp6+nmCRUb8DhmQPx/oEBoYNs8QIvBVCOd51efPwG4I3XbPpqkUMV5Me68GbrgmGtdIU0yPKvAXKFtbHWYj3XelRLoYvp8/iLotzpdUw9VPBoEnAspiEIFaGjTsO1S/LLUMR6Pe7OHy/C7PMD5KdNXF1LGE2soLkp8S0x4ho+rHvRup73NL/fFjzd1+PLwK7yZY8Q6fC07H82nVTkBg6eQ4ZJzUvJNyCza9nrVWWn9k4naRM6FEiIaax5wP6T4fLI6n/8H4IjzpNMxAAA=&quot;"/>
    <we:property name="isFiltersActionButtonVisible" value="true"/>
    <we:property name="isVisualContainerHeaderHidden" value="false"/>
    <we:property name="pageDisplayName" value="&quot;Hospitality - Project 2&quot;"/>
    <we:property name="pageName" value="&quot;9f4e3a8094d02514cab3&quot;"/>
    <we:property name="reportEmbeddedTime" value="&quot;2026-03-20T13:14:54.309Z&quot;"/>
    <we:property name="reportName" value="&quot;Tooltips&quot;"/>
    <we:property name="reportState" value="&quot;CONNECTED&quot;"/>
    <we:property name="reportUrl" value="&quot;/groups/1c073a91-c7a5-4a6a-bebe-ddf3881d4f5f/reports/eac2fa9c-2d18-4169-95a0-adf85d60c7c6/9f4e3a8094d02514cab3?bookmarkGuid=08096de4-14e9-43b6-80a2-20a98894097a&amp;bookmarkUsage=1&amp;ctid=c6e549b3-5f45-4032-aae9-d4244dc5b2c4&amp;fromEntryPoint=export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1588</TotalTime>
  <Words>122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Segoe UI Light</vt:lpstr>
      <vt:lpstr>Office Theme</vt:lpstr>
      <vt:lpstr>Microsoft Power BI</vt:lpstr>
      <vt:lpstr>Hospitality Performance Dashboard</vt:lpstr>
      <vt:lpstr>Dashboard</vt:lpstr>
      <vt:lpstr>Tools &amp; skills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Anu Vadapalli</cp:lastModifiedBy>
  <cp:revision>3</cp:revision>
  <dcterms:created xsi:type="dcterms:W3CDTF">2018-06-07T21:39:02Z</dcterms:created>
  <dcterms:modified xsi:type="dcterms:W3CDTF">2026-03-20T19:55:01Z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